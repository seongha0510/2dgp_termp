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B04CD-6352-41A8-86E0-6B6458182D46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D9E7-1393-478C-8945-D55F9AC453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AD9E7-1393-478C-8945-D55F9AC453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9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AD9E7-1393-478C-8945-D55F9AC453B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93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32BD-FEDA-669C-CF43-227BD76B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709FD6-2DC1-98E8-2059-9F27FBCCB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1DCE9-244C-7FCD-CDB8-1D8DB05A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4FD47-0268-8D2C-FFB5-FDF23A861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AD9E7-1393-478C-8945-D55F9AC453B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096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07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73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43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4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54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90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73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12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10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48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70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A05899E-4311-4D8A-8264-FC7795701C63}" type="datetimeFigureOut">
              <a:rPr lang="ko-KR" altLang="en-US" smtClean="0"/>
              <a:t>12-10 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B2C1A21-18A4-4229-9A3D-2405FBA7E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01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vekick | Divekick Wiki | Fandom">
            <a:extLst>
              <a:ext uri="{FF2B5EF4-FFF2-40B4-BE49-F238E27FC236}">
                <a16:creationId xmlns:a16="http://schemas.microsoft.com/office/drawing/2014/main" id="{C4AB22A6-66A7-1AEF-CEAA-A64BFB79E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95275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AA1A26-674B-E11A-B23B-3B7923E84895}"/>
              </a:ext>
            </a:extLst>
          </p:cNvPr>
          <p:cNvSpPr txBox="1"/>
          <p:nvPr/>
        </p:nvSpPr>
        <p:spPr>
          <a:xfrm>
            <a:off x="0" y="6460093"/>
            <a:ext cx="482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미디어디자인공학과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2022190008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김성하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02270-CD8B-78A6-7170-40F8A42DFDDB}"/>
              </a:ext>
            </a:extLst>
          </p:cNvPr>
          <p:cNvSpPr txBox="1"/>
          <p:nvPr/>
        </p:nvSpPr>
        <p:spPr>
          <a:xfrm>
            <a:off x="4471757" y="3916918"/>
            <a:ext cx="32484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sz="6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 발표</a:t>
            </a:r>
            <a:endParaRPr lang="en-US" altLang="ko-KR" sz="6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en-US" altLang="ko-KR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Divekick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모작</a:t>
            </a:r>
            <a:endParaRPr lang="ko-KR" altLang="en-US" sz="3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033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88"/>
    </mc:Choice>
    <mc:Fallback xmlns="">
      <p:transition spd="slow" advTm="312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C10A8-2833-CB39-8E02-D7D34837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7AA670C-1105-0C44-E173-B1B6CF0E5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128255"/>
              </p:ext>
            </p:extLst>
          </p:nvPr>
        </p:nvGraphicFramePr>
        <p:xfrm>
          <a:off x="0" y="0"/>
          <a:ext cx="12192001" cy="685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6813">
                  <a:extLst>
                    <a:ext uri="{9D8B030D-6E8A-4147-A177-3AD203B41FA5}">
                      <a16:colId xmlns:a16="http://schemas.microsoft.com/office/drawing/2014/main" val="680042823"/>
                    </a:ext>
                  </a:extLst>
                </a:gridCol>
                <a:gridCol w="1055277">
                  <a:extLst>
                    <a:ext uri="{9D8B030D-6E8A-4147-A177-3AD203B41FA5}">
                      <a16:colId xmlns:a16="http://schemas.microsoft.com/office/drawing/2014/main" val="317759983"/>
                    </a:ext>
                  </a:extLst>
                </a:gridCol>
                <a:gridCol w="8799871">
                  <a:extLst>
                    <a:ext uri="{9D8B030D-6E8A-4147-A177-3AD203B41FA5}">
                      <a16:colId xmlns:a16="http://schemas.microsoft.com/office/drawing/2014/main" val="1266720846"/>
                    </a:ext>
                  </a:extLst>
                </a:gridCol>
                <a:gridCol w="1170040">
                  <a:extLst>
                    <a:ext uri="{9D8B030D-6E8A-4147-A177-3AD203B41FA5}">
                      <a16:colId xmlns:a16="http://schemas.microsoft.com/office/drawing/2014/main" val="3858665813"/>
                    </a:ext>
                  </a:extLst>
                </a:gridCol>
              </a:tblGrid>
              <a:tr h="3823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배달의민족 주아" panose="02020603020101020101" pitchFamily="18" charset="-127"/>
                        <a:ea typeface="배달의민족 주아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진취도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079844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프로젝트 구조 설계 및 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47539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게임 시작화면 및 종료화면 구하지 않음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27962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게임루프 구성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배경 및 바닥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07239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배경 및 바닥 구현 완료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현재까지의 게임루프는 구성완료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57226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캐릭터 화면에 띄우기 및 좌우반전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82910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모두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261066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4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다이브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820751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805877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킥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055491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4264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충돌 처리 및 승패판정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863739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충돌처리 완료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승패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타임오버시 판정 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017612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게임 상태 및 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UI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065805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판 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선 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or 3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판 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선승으로 하려 했으나 구현 미완료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94844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사운드 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이펙트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151372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배경음악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타격음</a:t>
                      </a:r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승리자 효과음 추가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628799"/>
                  </a:ext>
                </a:extLst>
              </a:tr>
              <a:tr h="3597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9</a:t>
                      </a: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최종 디버깅 및 발표준비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489906"/>
                  </a:ext>
                </a:extLst>
              </a:tr>
              <a:tr h="359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100%</a:t>
                      </a:r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73466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0F34013-C8CA-C155-1A71-A7A896597C24}"/>
              </a:ext>
            </a:extLst>
          </p:cNvPr>
          <p:cNvSpPr/>
          <p:nvPr/>
        </p:nvSpPr>
        <p:spPr>
          <a:xfrm>
            <a:off x="5400675" y="2600325"/>
            <a:ext cx="5295900" cy="162877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목표를 낮게 잡아 진취도가 높은 경향이 존재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8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515"/>
    </mc:Choice>
    <mc:Fallback xmlns="">
      <p:transition spd="slow" advTm="255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650C-2C0B-7560-B661-64181BD1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B1AA20-83D6-65CE-2505-A4D92926E215}"/>
              </a:ext>
            </a:extLst>
          </p:cNvPr>
          <p:cNvSpPr txBox="1"/>
          <p:nvPr/>
        </p:nvSpPr>
        <p:spPr>
          <a:xfrm>
            <a:off x="0" y="0"/>
            <a:ext cx="6048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깃 </a:t>
            </a:r>
            <a:r>
              <a:rPr lang="ko-KR" altLang="en-US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커밋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통계</a:t>
            </a:r>
            <a:endParaRPr lang="ko-KR" altLang="en-US" sz="3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3" name="그림 2" descr="스크린샷, 텍스트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4AE36A-D429-EE0F-2FFE-2DD00D73A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0707"/>
            <a:ext cx="8611802" cy="5096586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BC60075-DF1F-427A-EBC4-2D1D8DEF0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240864"/>
              </p:ext>
            </p:extLst>
          </p:nvPr>
        </p:nvGraphicFramePr>
        <p:xfrm>
          <a:off x="8611801" y="1600200"/>
          <a:ext cx="3580200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90100">
                  <a:extLst>
                    <a:ext uri="{9D8B030D-6E8A-4147-A177-3AD203B41FA5}">
                      <a16:colId xmlns:a16="http://schemas.microsoft.com/office/drawing/2014/main" val="3423934783"/>
                    </a:ext>
                  </a:extLst>
                </a:gridCol>
                <a:gridCol w="1790100">
                  <a:extLst>
                    <a:ext uri="{9D8B030D-6E8A-4147-A177-3AD203B41FA5}">
                      <a16:colId xmlns:a16="http://schemas.microsoft.com/office/drawing/2014/main" val="87415931"/>
                    </a:ext>
                  </a:extLst>
                </a:gridCol>
              </a:tblGrid>
              <a:tr h="2137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144771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375670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651031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110406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572253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65601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095498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782739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309443"/>
                  </a:ext>
                </a:extLst>
              </a:tr>
              <a:tr h="2456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017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92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88"/>
    </mc:Choice>
    <mc:Fallback xmlns="">
      <p:transition spd="slow" advTm="3128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198</Words>
  <Application>Microsoft Office PowerPoint</Application>
  <PresentationFormat>와이드스크린</PresentationFormat>
  <Paragraphs>84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G마켓 산스 TTF Medium</vt:lpstr>
      <vt:lpstr>맑은 고딕</vt:lpstr>
      <vt:lpstr>Aptos</vt:lpstr>
      <vt:lpstr>Aptos Display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김성하(2022190008)</dc:creator>
  <cp:lastModifiedBy>김성하(2022190008)</cp:lastModifiedBy>
  <cp:revision>6</cp:revision>
  <dcterms:created xsi:type="dcterms:W3CDTF">2025-09-30T10:38:40Z</dcterms:created>
  <dcterms:modified xsi:type="dcterms:W3CDTF">2025-12-10T06:44:37Z</dcterms:modified>
</cp:coreProperties>
</file>