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B04CD-6352-41A8-86E0-6B6458182D4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D9E7-1393-478C-8945-D55F9AC45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9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3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32BD-FEDA-669C-CF43-227BD76B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09FD6-2DC1-98E8-2059-9F27FBCCB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1DCE9-244C-7FCD-CDB8-1D8DB05A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4FD47-0268-8D2C-FFB5-FDF23A861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96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7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73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3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4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54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90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3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12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10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8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70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A05899E-4311-4D8A-8264-FC7795701C6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01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vekick | Divekick Wiki | Fandom">
            <a:extLst>
              <a:ext uri="{FF2B5EF4-FFF2-40B4-BE49-F238E27FC236}">
                <a16:creationId xmlns:a16="http://schemas.microsoft.com/office/drawing/2014/main" id="{C4AB22A6-66A7-1AEF-CEAA-A64BFB79E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5275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AA1A26-674B-E11A-B23B-3B7923E84895}"/>
              </a:ext>
            </a:extLst>
          </p:cNvPr>
          <p:cNvSpPr txBox="1"/>
          <p:nvPr/>
        </p:nvSpPr>
        <p:spPr>
          <a:xfrm>
            <a:off x="0" y="6460093"/>
            <a:ext cx="482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미디어디자인공학과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2022190008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김성하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02270-CD8B-78A6-7170-40F8A42DFDDB}"/>
              </a:ext>
            </a:extLst>
          </p:cNvPr>
          <p:cNvSpPr txBox="1"/>
          <p:nvPr/>
        </p:nvSpPr>
        <p:spPr>
          <a:xfrm>
            <a:off x="4471757" y="3916918"/>
            <a:ext cx="3248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ko-KR" altLang="en-US" sz="6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 발표</a:t>
            </a:r>
            <a:endParaRPr lang="en-US" altLang="ko-KR" sz="6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en-US" altLang="ko-KR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Divekick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모작</a:t>
            </a:r>
            <a:endParaRPr lang="ko-KR" altLang="en-US" sz="3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033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88"/>
    </mc:Choice>
    <mc:Fallback xmlns="">
      <p:transition spd="slow" advTm="312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C10A8-2833-CB39-8E02-D7D34837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7AA670C-1105-0C44-E173-B1B6CF0E5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11388"/>
              </p:ext>
            </p:extLst>
          </p:nvPr>
        </p:nvGraphicFramePr>
        <p:xfrm>
          <a:off x="0" y="0"/>
          <a:ext cx="12192001" cy="7071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6813">
                  <a:extLst>
                    <a:ext uri="{9D8B030D-6E8A-4147-A177-3AD203B41FA5}">
                      <a16:colId xmlns:a16="http://schemas.microsoft.com/office/drawing/2014/main" val="680042823"/>
                    </a:ext>
                  </a:extLst>
                </a:gridCol>
                <a:gridCol w="1055277">
                  <a:extLst>
                    <a:ext uri="{9D8B030D-6E8A-4147-A177-3AD203B41FA5}">
                      <a16:colId xmlns:a16="http://schemas.microsoft.com/office/drawing/2014/main" val="317759983"/>
                    </a:ext>
                  </a:extLst>
                </a:gridCol>
                <a:gridCol w="8799871">
                  <a:extLst>
                    <a:ext uri="{9D8B030D-6E8A-4147-A177-3AD203B41FA5}">
                      <a16:colId xmlns:a16="http://schemas.microsoft.com/office/drawing/2014/main" val="1266720846"/>
                    </a:ext>
                  </a:extLst>
                </a:gridCol>
                <a:gridCol w="1170040">
                  <a:extLst>
                    <a:ext uri="{9D8B030D-6E8A-4147-A177-3AD203B41FA5}">
                      <a16:colId xmlns:a16="http://schemas.microsoft.com/office/drawing/2014/main" val="385866581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079844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프로젝트 구조 설계 및 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47539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 시작화면 및 종료화면 구하지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80%</a:t>
                      </a:r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27962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게임루프 구성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배경 및 바닥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07239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배경 및 바닥 구현 완료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현재까지의 게임루프는 구성완료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57226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캐릭터 화면에 띄우기 및 좌우반전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8291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모두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261066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20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다이브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20751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05877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킥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55491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426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충돌 처리 및 승패판정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6373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 상태 및 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UI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0658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사운드 </a:t>
                      </a:r>
                      <a:r>
                        <a:rPr lang="en-US" altLang="ko-KR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이펙트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15137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9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최종 디버깅 및 발표준비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8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8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15"/>
    </mc:Choice>
    <mc:Fallback xmlns="">
      <p:transition spd="slow" advTm="255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650C-2C0B-7560-B661-64181BD1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B1AA20-83D6-65CE-2505-A4D92926E215}"/>
              </a:ext>
            </a:extLst>
          </p:cNvPr>
          <p:cNvSpPr txBox="1"/>
          <p:nvPr/>
        </p:nvSpPr>
        <p:spPr>
          <a:xfrm>
            <a:off x="0" y="0"/>
            <a:ext cx="604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커밋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현황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저번주에 좀 </a:t>
            </a:r>
            <a:r>
              <a:rPr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몰아했습니다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죄송합니다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..)</a:t>
            </a:r>
            <a:endParaRPr lang="ko-KR" altLang="en-US" sz="3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53D05C-E1E8-B693-71BE-71AB4D90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26" y="1242230"/>
            <a:ext cx="7343147" cy="437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2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88"/>
    </mc:Choice>
    <mc:Fallback xmlns="">
      <p:transition spd="slow" advTm="3128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132</Words>
  <Application>Microsoft Office PowerPoint</Application>
  <PresentationFormat>와이드스크린</PresentationFormat>
  <Paragraphs>51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G마켓 산스 TTF Medium</vt:lpstr>
      <vt:lpstr>맑은 고딕</vt:lpstr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김성하(2022190008)</dc:creator>
  <cp:lastModifiedBy>김성하(2022190008)</cp:lastModifiedBy>
  <cp:revision>4</cp:revision>
  <dcterms:created xsi:type="dcterms:W3CDTF">2025-09-30T10:38:40Z</dcterms:created>
  <dcterms:modified xsi:type="dcterms:W3CDTF">2025-11-11T08:36:39Z</dcterms:modified>
</cp:coreProperties>
</file>