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56" r:id="rId2"/>
    <p:sldId id="262" r:id="rId3"/>
    <p:sldId id="263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DB04CD-6352-41A8-86E0-6B6458182D46}" type="datetimeFigureOut">
              <a:rPr lang="ko-KR" altLang="en-US" smtClean="0"/>
              <a:t>11-12 (Wed)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6AD9E7-1393-478C-8945-D55F9AC453B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6824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AD9E7-1393-478C-8945-D55F9AC453B6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26940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AD9E7-1393-478C-8945-D55F9AC453B6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9393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532BD-FEDA-669C-CF43-227BD76B6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709FD6-2DC1-98E8-2059-9F27FBCCBF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ED1DCE9-244C-7FCD-CDB8-1D8DB05A2B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24FD47-0268-8D2C-FFB5-FDF23A8617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AD9E7-1393-478C-8945-D55F9AC453B6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10964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5899E-4311-4D8A-8264-FC7795701C63}" type="datetimeFigureOut">
              <a:rPr lang="ko-KR" altLang="en-US" smtClean="0"/>
              <a:t>11-12 (Wed)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C1A21-18A4-4229-9A3D-2405FBA7E3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70781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5899E-4311-4D8A-8264-FC7795701C63}" type="datetimeFigureOut">
              <a:rPr lang="ko-KR" altLang="en-US" smtClean="0"/>
              <a:t>11-12 (Wed)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C1A21-18A4-4229-9A3D-2405FBA7E3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37319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5899E-4311-4D8A-8264-FC7795701C63}" type="datetimeFigureOut">
              <a:rPr lang="ko-KR" altLang="en-US" smtClean="0"/>
              <a:t>11-12 (Wed)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C1A21-18A4-4229-9A3D-2405FBA7E3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14325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5899E-4311-4D8A-8264-FC7795701C63}" type="datetimeFigureOut">
              <a:rPr lang="ko-KR" altLang="en-US" smtClean="0"/>
              <a:t>11-12 (Wed)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C1A21-18A4-4229-9A3D-2405FBA7E3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44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5899E-4311-4D8A-8264-FC7795701C63}" type="datetimeFigureOut">
              <a:rPr lang="ko-KR" altLang="en-US" smtClean="0"/>
              <a:t>11-12 (Wed)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C1A21-18A4-4229-9A3D-2405FBA7E3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45416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5899E-4311-4D8A-8264-FC7795701C63}" type="datetimeFigureOut">
              <a:rPr lang="ko-KR" altLang="en-US" smtClean="0"/>
              <a:t>11-12 (Wed)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C1A21-18A4-4229-9A3D-2405FBA7E3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4902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5899E-4311-4D8A-8264-FC7795701C63}" type="datetimeFigureOut">
              <a:rPr lang="ko-KR" altLang="en-US" smtClean="0"/>
              <a:t>11-12 (Wed)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C1A21-18A4-4229-9A3D-2405FBA7E3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5735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5899E-4311-4D8A-8264-FC7795701C63}" type="datetimeFigureOut">
              <a:rPr lang="ko-KR" altLang="en-US" smtClean="0"/>
              <a:t>11-12 (Wed)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C1A21-18A4-4229-9A3D-2405FBA7E3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91211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5899E-4311-4D8A-8264-FC7795701C63}" type="datetimeFigureOut">
              <a:rPr lang="ko-KR" altLang="en-US" smtClean="0"/>
              <a:t>11-12 (Wed)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C1A21-18A4-4229-9A3D-2405FBA7E3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1009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5899E-4311-4D8A-8264-FC7795701C63}" type="datetimeFigureOut">
              <a:rPr lang="ko-KR" altLang="en-US" smtClean="0"/>
              <a:t>11-12 (Wed)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C1A21-18A4-4229-9A3D-2405FBA7E3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74829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5899E-4311-4D8A-8264-FC7795701C63}" type="datetimeFigureOut">
              <a:rPr lang="ko-KR" altLang="en-US" smtClean="0"/>
              <a:t>11-12 (Wed)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C1A21-18A4-4229-9A3D-2405FBA7E3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07084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0A05899E-4311-4D8A-8264-FC7795701C63}" type="datetimeFigureOut">
              <a:rPr lang="ko-KR" altLang="en-US" smtClean="0"/>
              <a:t>11-12 (Wed)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CB2C1A21-18A4-4229-9A3D-2405FBA7E3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990177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vekick | Divekick Wiki | Fandom">
            <a:extLst>
              <a:ext uri="{FF2B5EF4-FFF2-40B4-BE49-F238E27FC236}">
                <a16:creationId xmlns:a16="http://schemas.microsoft.com/office/drawing/2014/main" id="{C4AB22A6-66A7-1AEF-CEAA-A64BFB79E2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295275"/>
            <a:ext cx="68580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1AA1A26-674B-E11A-B23B-3B7923E84895}"/>
              </a:ext>
            </a:extLst>
          </p:cNvPr>
          <p:cNvSpPr txBox="1"/>
          <p:nvPr/>
        </p:nvSpPr>
        <p:spPr>
          <a:xfrm>
            <a:off x="0" y="6460093"/>
            <a:ext cx="482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미디어디자인공학과 </a:t>
            </a:r>
            <a:r>
              <a:rPr lang="en-US" altLang="ko-KR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2022190008 </a:t>
            </a:r>
            <a:r>
              <a:rPr lang="ko-KR" altLang="en-US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김성하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402270-CD8B-78A6-7170-40F8A42DFDDB}"/>
              </a:ext>
            </a:extLst>
          </p:cNvPr>
          <p:cNvSpPr txBox="1"/>
          <p:nvPr/>
        </p:nvSpPr>
        <p:spPr>
          <a:xfrm>
            <a:off x="4471757" y="3916918"/>
            <a:ext cx="324848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6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2</a:t>
            </a:r>
            <a:r>
              <a:rPr lang="ko-KR" altLang="en-US" sz="6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차 발표</a:t>
            </a:r>
            <a:endParaRPr lang="en-US" altLang="ko-KR" sz="6000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/>
            <a:r>
              <a:rPr lang="en-US" altLang="ko-KR" sz="2000" dirty="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Divekick</a:t>
            </a:r>
            <a:r>
              <a:rPr lang="en-US" altLang="ko-KR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_</a:t>
            </a:r>
            <a:r>
              <a:rPr lang="ko-KR" altLang="en-US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모작</a:t>
            </a:r>
            <a:endParaRPr lang="ko-KR" altLang="en-US" sz="3600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60339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1288"/>
    </mc:Choice>
    <mc:Fallback xmlns="">
      <p:transition spd="slow" advTm="31288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C10A8-2833-CB39-8E02-D7D348375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7AA670C-1105-0C44-E173-B1B6CF0E50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4411388"/>
              </p:ext>
            </p:extLst>
          </p:nvPr>
        </p:nvGraphicFramePr>
        <p:xfrm>
          <a:off x="0" y="0"/>
          <a:ext cx="12192001" cy="70713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66813">
                  <a:extLst>
                    <a:ext uri="{9D8B030D-6E8A-4147-A177-3AD203B41FA5}">
                      <a16:colId xmlns:a16="http://schemas.microsoft.com/office/drawing/2014/main" val="680042823"/>
                    </a:ext>
                  </a:extLst>
                </a:gridCol>
                <a:gridCol w="1055277">
                  <a:extLst>
                    <a:ext uri="{9D8B030D-6E8A-4147-A177-3AD203B41FA5}">
                      <a16:colId xmlns:a16="http://schemas.microsoft.com/office/drawing/2014/main" val="317759983"/>
                    </a:ext>
                  </a:extLst>
                </a:gridCol>
                <a:gridCol w="8799871">
                  <a:extLst>
                    <a:ext uri="{9D8B030D-6E8A-4147-A177-3AD203B41FA5}">
                      <a16:colId xmlns:a16="http://schemas.microsoft.com/office/drawing/2014/main" val="1266720846"/>
                    </a:ext>
                  </a:extLst>
                </a:gridCol>
                <a:gridCol w="1170040">
                  <a:extLst>
                    <a:ext uri="{9D8B030D-6E8A-4147-A177-3AD203B41FA5}">
                      <a16:colId xmlns:a16="http://schemas.microsoft.com/office/drawing/2014/main" val="3858665813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주차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진행률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7079844"/>
                  </a:ext>
                </a:extLst>
              </a:tr>
              <a:tr h="3429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1</a:t>
                      </a:r>
                      <a:r>
                        <a:rPr lang="ko-KR" altLang="en-US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주차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계획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프로젝트 구조 설계 및 리소스 수집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2000" dirty="0"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9947539"/>
                  </a:ext>
                </a:extLst>
              </a:tr>
              <a:tr h="3429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결과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게임 시작화면 및 종료화면 구하지 않음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80%</a:t>
                      </a:r>
                      <a:endParaRPr lang="ko-KR" altLang="en-US" sz="2000" dirty="0"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127962"/>
                  </a:ext>
                </a:extLst>
              </a:tr>
              <a:tr h="3429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2</a:t>
                      </a:r>
                      <a:r>
                        <a:rPr lang="ko-KR" altLang="en-US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주차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계획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게임루프 구성</a:t>
                      </a:r>
                      <a:r>
                        <a:rPr lang="en-US" altLang="ko-KR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, </a:t>
                      </a:r>
                      <a:r>
                        <a:rPr lang="ko-KR" altLang="en-US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배경 및 바닥 구성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2000" dirty="0"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4507239"/>
                  </a:ext>
                </a:extLst>
              </a:tr>
              <a:tr h="3429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결과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배경 및 바닥 구현 완료</a:t>
                      </a:r>
                      <a:r>
                        <a:rPr lang="en-US" altLang="ko-KR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. </a:t>
                      </a:r>
                      <a:r>
                        <a:rPr lang="ko-KR" altLang="en-US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현재까지의 게임루프는 구성완료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100%</a:t>
                      </a:r>
                      <a:endParaRPr lang="ko-KR" altLang="en-US" sz="2000" dirty="0"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5157226"/>
                  </a:ext>
                </a:extLst>
              </a:tr>
              <a:tr h="3429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3</a:t>
                      </a:r>
                      <a:r>
                        <a:rPr lang="ko-KR" altLang="en-US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주차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계획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캐릭터 화면에 띄우기 및 좌우반전 처리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2000" dirty="0"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3682910"/>
                  </a:ext>
                </a:extLst>
              </a:tr>
              <a:tr h="3429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결과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모두 완료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100%</a:t>
                      </a:r>
                      <a:endParaRPr lang="ko-KR" altLang="en-US" sz="2000" dirty="0"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261066"/>
                  </a:ext>
                </a:extLst>
              </a:tr>
              <a:tr h="3429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4</a:t>
                      </a:r>
                      <a:r>
                        <a:rPr lang="ko-KR" altLang="en-US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주차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계획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스킬</a:t>
                      </a:r>
                      <a:r>
                        <a:rPr lang="en-US" altLang="ko-KR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(</a:t>
                      </a:r>
                      <a:r>
                        <a:rPr lang="ko-KR" altLang="en-US" sz="2000" dirty="0" err="1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다이브</a:t>
                      </a:r>
                      <a:r>
                        <a:rPr lang="en-US" altLang="ko-KR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) </a:t>
                      </a:r>
                      <a:r>
                        <a:rPr lang="ko-KR" altLang="en-US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구현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2000" dirty="0"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2820751"/>
                  </a:ext>
                </a:extLst>
              </a:tr>
              <a:tr h="3429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결과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구현 완료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100%</a:t>
                      </a:r>
                      <a:endParaRPr lang="ko-KR" altLang="en-US" sz="2000" dirty="0"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4805877"/>
                  </a:ext>
                </a:extLst>
              </a:tr>
              <a:tr h="3429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5</a:t>
                      </a:r>
                      <a:r>
                        <a:rPr lang="ko-KR" altLang="en-US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주차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계획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스킬</a:t>
                      </a:r>
                      <a:r>
                        <a:rPr lang="en-US" altLang="ko-KR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(</a:t>
                      </a:r>
                      <a:r>
                        <a:rPr lang="ko-KR" altLang="en-US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킥</a:t>
                      </a:r>
                      <a:r>
                        <a:rPr lang="en-US" altLang="ko-KR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) </a:t>
                      </a:r>
                      <a:r>
                        <a:rPr lang="ko-KR" altLang="en-US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구현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2000" dirty="0"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8055491"/>
                  </a:ext>
                </a:extLst>
              </a:tr>
              <a:tr h="3429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결과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구현 완료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100%</a:t>
                      </a:r>
                      <a:endParaRPr lang="ko-KR" altLang="en-US" sz="2000" dirty="0"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98426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6</a:t>
                      </a:r>
                      <a:r>
                        <a:rPr lang="ko-KR" altLang="en-US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주차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계획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충돌 처리 및 승패판정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2000" dirty="0"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5863739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7</a:t>
                      </a:r>
                      <a:r>
                        <a:rPr lang="ko-KR" altLang="en-US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주차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계획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게임 상태 및 </a:t>
                      </a:r>
                      <a:r>
                        <a:rPr lang="en-US" altLang="ko-KR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UI </a:t>
                      </a:r>
                      <a:r>
                        <a:rPr lang="ko-KR" altLang="en-US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구현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2000" dirty="0"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2065805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8</a:t>
                      </a:r>
                      <a:r>
                        <a:rPr lang="ko-KR" altLang="en-US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주차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계획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사운드 </a:t>
                      </a:r>
                      <a:r>
                        <a:rPr lang="en-US" altLang="ko-KR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/ </a:t>
                      </a:r>
                      <a:r>
                        <a:rPr lang="ko-KR" altLang="en-US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이펙트 추가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2000" dirty="0"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315137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9</a:t>
                      </a:r>
                      <a:r>
                        <a:rPr lang="ko-KR" altLang="en-US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주차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계획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최종 디버깅 및 발표준비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2000" dirty="0"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8489906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5F8A273C-9786-9034-91B9-46E59D139784}"/>
              </a:ext>
            </a:extLst>
          </p:cNvPr>
          <p:cNvSpPr/>
          <p:nvPr/>
        </p:nvSpPr>
        <p:spPr>
          <a:xfrm>
            <a:off x="8067675" y="4433887"/>
            <a:ext cx="4143375" cy="1838325"/>
          </a:xfrm>
          <a:prstGeom prst="rect">
            <a:avLst/>
          </a:prstGeom>
          <a:solidFill>
            <a:schemeClr val="bg1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latin typeface="G마켓 산스 TTF Bold" panose="02000000000000000000" pitchFamily="2" charset="-128"/>
                <a:ea typeface="G마켓 산스 TTF Bold" panose="02000000000000000000" pitchFamily="2" charset="-128"/>
              </a:rPr>
              <a:t>평균 진행률</a:t>
            </a:r>
            <a:endParaRPr lang="en-US" altLang="ko-KR" dirty="0">
              <a:latin typeface="G마켓 산스 TTF Bold" panose="02000000000000000000" pitchFamily="2" charset="-128"/>
              <a:ea typeface="G마켓 산스 TTF Bold" panose="02000000000000000000" pitchFamily="2" charset="-128"/>
            </a:endParaRPr>
          </a:p>
          <a:p>
            <a:pPr algn="ctr"/>
            <a:r>
              <a:rPr lang="en-US" altLang="ko-KR" dirty="0">
                <a:latin typeface="G마켓 산스 TTF Bold" panose="02000000000000000000" pitchFamily="2" charset="-128"/>
                <a:ea typeface="G마켓 산스 TTF Bold" panose="02000000000000000000" pitchFamily="2" charset="-128"/>
              </a:rPr>
              <a:t>96%</a:t>
            </a:r>
            <a:endParaRPr lang="ko-KR" altLang="en-US" dirty="0">
              <a:latin typeface="G마켓 산스 TTF Bold" panose="02000000000000000000" pitchFamily="2" charset="-128"/>
              <a:ea typeface="G마켓 산스 TTF Bold" panose="02000000000000000000" pitchFamily="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16389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515"/>
    </mc:Choice>
    <mc:Fallback xmlns="">
      <p:transition spd="slow" advTm="25515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F650C-2C0B-7560-B661-64181BD1E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8B1AA20-83D6-65CE-2505-A4D92926E215}"/>
              </a:ext>
            </a:extLst>
          </p:cNvPr>
          <p:cNvSpPr txBox="1"/>
          <p:nvPr/>
        </p:nvSpPr>
        <p:spPr>
          <a:xfrm>
            <a:off x="0" y="0"/>
            <a:ext cx="60487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커밋</a:t>
            </a:r>
            <a:r>
              <a:rPr lang="ko-KR" altLang="en-US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현황</a:t>
            </a:r>
            <a:r>
              <a:rPr lang="en-US" altLang="ko-KR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저번주에 좀 </a:t>
            </a:r>
            <a:r>
              <a:rPr lang="ko-KR" altLang="en-US" sz="2000" dirty="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몰아했습니다</a:t>
            </a:r>
            <a:r>
              <a:rPr lang="en-US" altLang="ko-KR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. </a:t>
            </a:r>
            <a:r>
              <a:rPr lang="ko-KR" altLang="en-US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죄송합니다</a:t>
            </a:r>
            <a:r>
              <a:rPr lang="en-US" altLang="ko-KR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..)</a:t>
            </a:r>
            <a:endParaRPr lang="ko-KR" altLang="en-US" sz="3600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895B770-26BD-8F1D-78E7-8CEB777AB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0573" y="871180"/>
            <a:ext cx="8630854" cy="5115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928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1288"/>
    </mc:Choice>
    <mc:Fallback xmlns="">
      <p:transition spd="slow" advTm="31288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71</TotalTime>
  <Words>136</Words>
  <Application>Microsoft Office PowerPoint</Application>
  <PresentationFormat>와이드스크린</PresentationFormat>
  <Paragraphs>53</Paragraphs>
  <Slides>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10" baseType="lpstr">
      <vt:lpstr>G마켓 산스 TTF Bold</vt:lpstr>
      <vt:lpstr>G마켓 산스 TTF Medium</vt:lpstr>
      <vt:lpstr>맑은 고딕</vt:lpstr>
      <vt:lpstr>Aptos</vt:lpstr>
      <vt:lpstr>Aptos Display</vt:lpstr>
      <vt:lpstr>Arial</vt:lpstr>
      <vt:lpstr>Office Theme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김성하(2022190008)</dc:creator>
  <cp:lastModifiedBy>김성하(2022190008)</cp:lastModifiedBy>
  <cp:revision>5</cp:revision>
  <dcterms:created xsi:type="dcterms:W3CDTF">2025-09-30T10:38:40Z</dcterms:created>
  <dcterms:modified xsi:type="dcterms:W3CDTF">2025-11-12T10:31:52Z</dcterms:modified>
</cp:coreProperties>
</file>